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2743200" cy="27432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灵机 CyberDivination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算命 H5 应用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融合传统玄学与现代AI技术的创新体验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27432"/>
          </a:xfrm>
          <a:prstGeom prst="rect">
            <a:avLst/>
          </a:prstGeom>
          <a:solidFill>
            <a:srgbClr val="FF2A2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灵机是一款创新的 AI 算命 H5 应用，将传统东方玄学智慧与现代人工智能技术完美融合，为用户提供个性化的命理解读服务。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应用采用独特的"新中式赛博"视觉风格，通过沉浸式的交互体验，让用户在科技与传统之间找到平衡，获得娱乐性的算命体验。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45720" cy="54864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核心理念：传统玄学 × 现代科技 = 创新体验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137160"/>
          </a:xfrm>
          <a:prstGeom prst="rect">
            <a:avLst/>
          </a:prstGeom>
          <a:solidFill>
            <a:srgbClr val="FF2A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4630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智能算命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 DeepSeek 大模型，根据用户姓名、生辰、性别提供个性化的运势解读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4630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新中式赛博风格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独特的视觉设计语言，将传统八卦、五行等玄学元素与赛博朋克美学融合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023360" cy="14630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沉浸式体验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精心设计的过渡动画、粒子效果和交互反馈，让用户获得仪式感和沉浸感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4023360" cy="146304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离线备用方案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 API 不可用时自动切换到本地算法生成结果，确保用户体验的连续性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13716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前端框架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8288"/>
          </a:xfrm>
          <a:prstGeom prst="rect">
            <a:avLst/>
          </a:prstGeom>
          <a:solidFill>
            <a:srgbClr val="FF2A2A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现代化UI框架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09728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类型安全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09728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极速构建工具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样式与动画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931920" cy="18288"/>
          </a:xfrm>
          <a:prstGeom prst="rect">
            <a:avLst/>
          </a:prstGeom>
          <a:solidFill>
            <a:srgbClr val="FF2A2A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原子化CSS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流畅动画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服务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3931920" cy="18288"/>
          </a:xfrm>
          <a:prstGeom prst="rect">
            <a:avLst/>
          </a:prstGeom>
          <a:solidFill>
            <a:srgbClr val="FF2A2A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463040"/>
            <a:ext cx="128016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463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大语言模型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874520"/>
            <a:ext cx="128016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874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命理提示词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功能特性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2743200"/>
            <a:ext cx="3931920" cy="18288"/>
          </a:xfrm>
          <a:prstGeom prst="rect">
            <a:avLst/>
          </a:prstGeom>
          <a:solidFill>
            <a:srgbClr val="FF2A2A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63440" y="2926080"/>
            <a:ext cx="128016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html-to-image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结果保存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337560"/>
            <a:ext cx="128016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Share API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社交分享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749040"/>
            <a:ext cx="1280160" cy="274320"/>
          </a:xfrm>
          <a:prstGeom prst="rect">
            <a:avLst/>
          </a:prstGeom>
          <a:solidFill>
            <a:srgbClr val="00FFCC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历史记录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137160"/>
          </a:xfrm>
          <a:prstGeom prst="rect">
            <a:avLst/>
          </a:prstGeom>
          <a:solidFill>
            <a:srgbClr val="FF2A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1371600"/>
            <a:ext cx="731520" cy="731520"/>
          </a:xfrm>
          <a:prstGeom prst="ellipse">
            <a:avLst/>
          </a:prstGeom>
          <a:solidFill>
            <a:srgbClr val="00FFCC">
              <a:alpha val="10000"/>
            </a:srgbClr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输入信息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姓名、生辰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性别、问询方向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731520" cy="731520"/>
          </a:xfrm>
          <a:prstGeom prst="ellipse">
            <a:avLst/>
          </a:prstGeom>
          <a:solidFill>
            <a:srgbClr val="00FFCC">
              <a:alpha val="10000"/>
            </a:srgbClr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463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推算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大模型分析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命理生成解读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0" y="1371600"/>
            <a:ext cx="731520" cy="731520"/>
          </a:xfrm>
          <a:prstGeom prst="ellipse">
            <a:avLst/>
          </a:prstGeom>
          <a:solidFill>
            <a:srgbClr val="00FFCC">
              <a:alpha val="10000"/>
            </a:srgbClr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463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查看结果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灵签、五行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宜忌、幸运信息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731520" cy="731520"/>
          </a:xfrm>
          <a:prstGeom prst="ellipse">
            <a:avLst/>
          </a:prstGeom>
          <a:solidFill>
            <a:srgbClr val="00FFCC">
              <a:alpha val="10000"/>
            </a:srgbClr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463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保存分享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651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保存灵符图片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或社交分享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13716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算命结果内容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3258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灵签判词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生成的四句古典诗词风格判词，每句七字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"紫微星照命宫明"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3258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五行能量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根据八字命理推算的五行能量分布，雷达图可视化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金木水火土 0-100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005840"/>
            <a:ext cx="2560320" cy="13258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详细解读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300-400字的通俗命理分析，涵盖性格、运势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分段落展示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2560320" cy="13258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今日宜忌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结合现代生活场景的宜忌建议，各4条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宜：提交代码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514600"/>
            <a:ext cx="2560320" cy="13258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幸运数字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根据命理推算的 1-9 幸运数字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大字展示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2514600"/>
            <a:ext cx="2560320" cy="132588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幸运颜色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14种颜色选项，动态配色展示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红橙黄绿青蓝紫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灵机 · 天机已显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传统玄学与现代 AI 的创新融合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514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独特的新中式赛博视觉风格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沉浸式的交互体验设计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完善的技术架构与用户体验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931920"/>
            <a:ext cx="2743200" cy="27432"/>
          </a:xfrm>
          <a:prstGeom prst="rect">
            <a:avLst/>
          </a:prstGeom>
          <a:solidFill>
            <a:srgbClr val="FF2A2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206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仅供娱乐 · 理性看待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灵机 CyberDivination - AI 算命 H5 应用介绍</dc:title>
  <dc:subject>项目功能介绍</dc:subject>
  <dc:creator>AI Assistant</dc:creator>
  <cp:lastModifiedBy>AI Assistant</cp:lastModifiedBy>
  <cp:revision>1</cp:revision>
  <dcterms:created xsi:type="dcterms:W3CDTF">2026-01-28T05:55:27Z</dcterms:created>
  <dcterms:modified xsi:type="dcterms:W3CDTF">2026-01-28T05:55:27Z</dcterms:modified>
</cp:coreProperties>
</file>